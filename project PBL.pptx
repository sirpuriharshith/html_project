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66" d="100"/>
          <a:sy n="66" d="100"/>
        </p:scale>
        <p:origin x="4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04-03-2026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04-03-2026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04-03-2026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04-03-2026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xxxxxxxxxxxxxxxxxxxxxxxxxxxxxxxxxxxxxxxxxxxxx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xxxxxxxx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23xxxxxx</a:t>
            </a:r>
            <a:r>
              <a:rPr lang="en-US" sz="2400" dirty="0"/>
              <a:t>)</a:t>
            </a:r>
          </a:p>
          <a:p>
            <a:pPr marL="0" indent="0" algn="ctr">
              <a:buNone/>
            </a:pPr>
            <a:r>
              <a:rPr lang="en-US" sz="11200" dirty="0" err="1"/>
              <a:t>Cluster:xxx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</a:t>
            </a:r>
            <a:r>
              <a:rPr lang="en-US" sz="11200" dirty="0" err="1"/>
              <a:t>xxxxxx</a:t>
            </a:r>
            <a:endParaRPr lang="en-US" sz="1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04-03-2026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xxxxxxxx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339725" algn="just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550D-1730-34EA-8ABA-9BB036DE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3DFD-4145-46B6-BA5B-4C9D68B54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3686</TotalTime>
  <Words>304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xxxxxxxxxxxxxxxxxxxxxxxxxxxxxxxxxxxxxxxxxxxxx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APPLE</cp:lastModifiedBy>
  <cp:revision>51</cp:revision>
  <dcterms:created xsi:type="dcterms:W3CDTF">2022-05-20T10:20:31Z</dcterms:created>
  <dcterms:modified xsi:type="dcterms:W3CDTF">2026-03-04T03:56:58Z</dcterms:modified>
</cp:coreProperties>
</file>